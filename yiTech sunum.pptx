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Open Sans" charset="1" panose="00000000000000000000"/>
      <p:regular r:id="rId16"/>
    </p:embeddedFont>
    <p:embeddedFont>
      <p:font typeface="Open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8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Relationship Id="rId7" Target="../media/image25.jpe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2.jpeg" Type="http://schemas.openxmlformats.org/officeDocument/2006/relationships/image"/><Relationship Id="rId3" Target="../media/image8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0.jpeg" Type="http://schemas.openxmlformats.org/officeDocument/2006/relationships/image"/><Relationship Id="rId4" Target="../media/image18.jpeg" Type="http://schemas.openxmlformats.org/officeDocument/2006/relationships/image"/><Relationship Id="rId5" Target="../media/image24.jpeg" Type="http://schemas.openxmlformats.org/officeDocument/2006/relationships/image"/><Relationship Id="rId6" Target="../media/image22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76" y="829549"/>
            <a:ext cx="5212436" cy="4938783"/>
          </a:xfrm>
          <a:custGeom>
            <a:avLst/>
            <a:gdLst/>
            <a:ahLst/>
            <a:cxnLst/>
            <a:rect r="r" b="b" t="t" l="l"/>
            <a:pathLst>
              <a:path h="4938783" w="5212436">
                <a:moveTo>
                  <a:pt x="0" y="0"/>
                </a:moveTo>
                <a:lnTo>
                  <a:pt x="5212436" y="0"/>
                </a:lnTo>
                <a:lnTo>
                  <a:pt x="5212436" y="4938783"/>
                </a:lnTo>
                <a:lnTo>
                  <a:pt x="0" y="4938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255865" y="864856"/>
            <a:ext cx="4304175" cy="8516550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925" t="0" r="-92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100552" y="3746062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1" y="0"/>
                </a:lnTo>
                <a:lnTo>
                  <a:pt x="4851691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60538" y="3342487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0" y="0"/>
                </a:lnTo>
                <a:lnTo>
                  <a:pt x="4851690" y="4851691"/>
                </a:lnTo>
                <a:lnTo>
                  <a:pt x="0" y="4851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076181" y="4649242"/>
            <a:ext cx="5139841" cy="2819922"/>
            <a:chOff x="0" y="0"/>
            <a:chExt cx="1052050" cy="577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02409" y="4972260"/>
            <a:ext cx="1810448" cy="1810448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79345" y="4972260"/>
            <a:ext cx="1810448" cy="1810448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271771" y="1951493"/>
            <a:ext cx="5742791" cy="210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sz="11845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yi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1771" y="3164012"/>
            <a:ext cx="5095826" cy="213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b="true" sz="11845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tech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37878" y="6699620"/>
            <a:ext cx="1739510" cy="29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b="true" sz="1662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Güven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4815" y="6699620"/>
            <a:ext cx="1739510" cy="29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b="true" sz="1662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Verimlilik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7010" y="6188486"/>
            <a:ext cx="6913669" cy="306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Giriş–çıkış kontrollerinden duyurulara, otoparktan finans takibine kadar tüm süreçleri tek platformdan yönet.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Giriş yap ve evini akıllıca yönetmeye başla.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643" y="5532895"/>
            <a:ext cx="9163193" cy="91631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638085" y="1768994"/>
            <a:ext cx="4034758" cy="7983461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26" t="0" r="-826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760418" y="4100085"/>
            <a:ext cx="2915550" cy="5768917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123" t="0" r="-5123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6528297" y="5339641"/>
            <a:ext cx="2289092" cy="4529361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654" t="0" r="-654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58044" y="3800217"/>
            <a:ext cx="6530539" cy="202049"/>
            <a:chOff x="0" y="0"/>
            <a:chExt cx="1719977" cy="532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19977" cy="53215"/>
            </a:xfrm>
            <a:custGeom>
              <a:avLst/>
              <a:gdLst/>
              <a:ahLst/>
              <a:cxnLst/>
              <a:rect r="r" b="b" t="t" l="l"/>
              <a:pathLst>
                <a:path h="53215" w="1719977">
                  <a:moveTo>
                    <a:pt x="26607" y="0"/>
                  </a:moveTo>
                  <a:lnTo>
                    <a:pt x="1693370" y="0"/>
                  </a:lnTo>
                  <a:cubicBezTo>
                    <a:pt x="1700427" y="0"/>
                    <a:pt x="1707194" y="2803"/>
                    <a:pt x="1712184" y="7793"/>
                  </a:cubicBezTo>
                  <a:cubicBezTo>
                    <a:pt x="1717174" y="12783"/>
                    <a:pt x="1719977" y="19551"/>
                    <a:pt x="1719977" y="26607"/>
                  </a:cubicBezTo>
                  <a:lnTo>
                    <a:pt x="1719977" y="26607"/>
                  </a:lnTo>
                  <a:cubicBezTo>
                    <a:pt x="1719977" y="33664"/>
                    <a:pt x="1717174" y="40432"/>
                    <a:pt x="1712184" y="45422"/>
                  </a:cubicBezTo>
                  <a:cubicBezTo>
                    <a:pt x="1707194" y="50411"/>
                    <a:pt x="1700427" y="53215"/>
                    <a:pt x="1693370" y="53215"/>
                  </a:cubicBezTo>
                  <a:lnTo>
                    <a:pt x="26607" y="53215"/>
                  </a:lnTo>
                  <a:cubicBezTo>
                    <a:pt x="19551" y="53215"/>
                    <a:pt x="12783" y="50411"/>
                    <a:pt x="7793" y="45422"/>
                  </a:cubicBezTo>
                  <a:cubicBezTo>
                    <a:pt x="2803" y="40432"/>
                    <a:pt x="0" y="33664"/>
                    <a:pt x="0" y="26607"/>
                  </a:cubicBezTo>
                  <a:lnTo>
                    <a:pt x="0" y="26607"/>
                  </a:lnTo>
                  <a:cubicBezTo>
                    <a:pt x="0" y="19551"/>
                    <a:pt x="2803" y="12783"/>
                    <a:pt x="7793" y="7793"/>
                  </a:cubicBezTo>
                  <a:cubicBezTo>
                    <a:pt x="12783" y="2803"/>
                    <a:pt x="19551" y="0"/>
                    <a:pt x="26607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19977" cy="91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258044" y="1641851"/>
            <a:ext cx="6432438" cy="199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sz="4374" b="true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Mobil Uygulama Tanıtımımıza Hoşgeldiniz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58044" y="4786013"/>
            <a:ext cx="6320615" cy="3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 günlük site yaşamındaki tüm ihtiyaçları tek bir platformda toplar: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giriş–çıkış işlemleri, park yerinizin takibi, duyurular, finans durumunuz, misafir yönetimi, destek talepleri, hizmetler, etkinlikler ve rol tabalı alt yapısıyla kullanımınıza hazır.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2606" y="180360"/>
            <a:ext cx="12577594" cy="125775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998928" y="1309871"/>
            <a:ext cx="2961571" cy="5859977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26" t="0" r="-82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829832" y="3398323"/>
            <a:ext cx="2961571" cy="5859977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963" t="0" r="-496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27240" y="3710399"/>
            <a:ext cx="1042538" cy="4762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27240" y="4748749"/>
            <a:ext cx="677751" cy="6777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53135" y="4748749"/>
            <a:ext cx="677751" cy="67775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27240" y="6965275"/>
            <a:ext cx="677751" cy="67775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953135" y="6965275"/>
            <a:ext cx="677751" cy="67775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4678718" y="1309871"/>
            <a:ext cx="2961571" cy="5859977"/>
            <a:chOff x="0" y="0"/>
            <a:chExt cx="2620010" cy="51841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83" t="0" r="-383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927240" y="2057698"/>
            <a:ext cx="5172982" cy="73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Uygulama İçeriği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874528" y="4729699"/>
            <a:ext cx="2243577" cy="124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Giriş Yapın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Hesabınıza giriş yaptıktan sonra rolünüze uygun bir panel sizi karşılar: sakin, yönetici, güvenlik görevlisi, temizlik ekibi veya admin.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18060" y="492474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900423" y="4729699"/>
            <a:ext cx="2243577" cy="145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Ana Paneli Keşfedin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Önünüze site yaşamıyla ilgili tüm önemli bilgiler düşer: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• Son duyurular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• Güncel işlemler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• Hızlı erişim kısayolları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• Bildirimler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43955" y="492474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874528" y="6946225"/>
            <a:ext cx="2243577" cy="8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Otopark Konumunuzu Yönetin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Araç park yerinizi harita üzerinden görün, aracınızı bulmak için yönlendirme alın.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018060" y="714127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00423" y="6946225"/>
            <a:ext cx="2243577" cy="124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Site Haritasını İnceleyin</a:t>
            </a:r>
          </a:p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Oyun parkları, sosyal alanlar, giriş-çıkış kapıları, güvenlik noktaları…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Tüm site tek bir görsel haritada.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43955" y="714127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262" y="-285027"/>
            <a:ext cx="8260763" cy="10287000"/>
            <a:chOff x="0" y="0"/>
            <a:chExt cx="217567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67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674">
                  <a:moveTo>
                    <a:pt x="0" y="0"/>
                  </a:moveTo>
                  <a:lnTo>
                    <a:pt x="2175674" y="0"/>
                  </a:lnTo>
                  <a:lnTo>
                    <a:pt x="21756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67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109262" y="1844576"/>
            <a:ext cx="3334483" cy="6597848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789" t="0" r="-789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226387" y="1844576"/>
            <a:ext cx="3334483" cy="6597848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18" t="0" r="-518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6560870" y="1844576"/>
            <a:ext cx="3334483" cy="6597848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551926" y="3984685"/>
            <a:ext cx="1042538" cy="47625"/>
            <a:chOff x="0" y="0"/>
            <a:chExt cx="274578" cy="125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551926" y="4818459"/>
            <a:ext cx="677751" cy="67775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51926" y="6028813"/>
            <a:ext cx="677751" cy="67775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51926" y="7239166"/>
            <a:ext cx="677751" cy="67775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1551926" y="2331983"/>
            <a:ext cx="5367376" cy="73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Uygulama İçeriği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99214" y="4839423"/>
            <a:ext cx="4035634" cy="61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Misafirlerinizi Yönetin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Misafir giriş izinleri oluşturun, geçmiş girişleri kontrol edin.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42746" y="4994457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499214" y="6049776"/>
            <a:ext cx="4035634" cy="61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Finans İşlemlerinizi Takip Edin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Aidat, geçmiş ödemeler, fatura bilgileri — hepsi şeffaf şekilde karşınızda.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42746" y="6204811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480164" y="7260130"/>
            <a:ext cx="4035634" cy="61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İstek &amp; Hizmet Talepleri Oluşturun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Temizlik, bakım, teknik servis veya idari taleplerinizi hızlıca bildirin.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42746" y="7415164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812986" y="4364335"/>
            <a:ext cx="2806850" cy="5553836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789" t="0" r="-78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253832" y="0"/>
            <a:ext cx="2901802" cy="5741713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18" t="0" r="-518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3850223" y="2538367"/>
            <a:ext cx="3040836" cy="6016817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925" t="0" r="-925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93585" y="3390968"/>
            <a:ext cx="5176357" cy="47625"/>
            <a:chOff x="0" y="0"/>
            <a:chExt cx="1363320" cy="125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3320" cy="12543"/>
            </a:xfrm>
            <a:custGeom>
              <a:avLst/>
              <a:gdLst/>
              <a:ahLst/>
              <a:cxnLst/>
              <a:rect r="r" b="b" t="t" l="l"/>
              <a:pathLst>
                <a:path h="12543" w="1363320">
                  <a:moveTo>
                    <a:pt x="6272" y="0"/>
                  </a:moveTo>
                  <a:lnTo>
                    <a:pt x="1357049" y="0"/>
                  </a:lnTo>
                  <a:cubicBezTo>
                    <a:pt x="1358712" y="0"/>
                    <a:pt x="1360307" y="661"/>
                    <a:pt x="1361483" y="1837"/>
                  </a:cubicBezTo>
                  <a:cubicBezTo>
                    <a:pt x="1362660" y="3013"/>
                    <a:pt x="1363320" y="4608"/>
                    <a:pt x="1363320" y="6272"/>
                  </a:cubicBezTo>
                  <a:lnTo>
                    <a:pt x="1363320" y="6272"/>
                  </a:lnTo>
                  <a:cubicBezTo>
                    <a:pt x="1363320" y="7935"/>
                    <a:pt x="1362660" y="9530"/>
                    <a:pt x="1361483" y="10706"/>
                  </a:cubicBezTo>
                  <a:cubicBezTo>
                    <a:pt x="1360307" y="11882"/>
                    <a:pt x="1358712" y="12543"/>
                    <a:pt x="1357049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6332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70022" y="4535291"/>
            <a:ext cx="677751" cy="67775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96328" y="7046638"/>
            <a:ext cx="677751" cy="67775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52184" y="8854589"/>
            <a:ext cx="677751" cy="67775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5851115" y="1268837"/>
            <a:ext cx="2967857" cy="5872416"/>
            <a:chOff x="0" y="0"/>
            <a:chExt cx="2620010" cy="5184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925" t="0" r="-925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893585" y="2500267"/>
            <a:ext cx="5256134" cy="73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Uygulama İçeriği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72908" y="7067490"/>
            <a:ext cx="2632040" cy="61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Etkinlikler ve Duyurulara Göz Atın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Topluluk etkinliklerini, duyuruları ve yapılacakları kolayca takip edin.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760843" y="4711288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04948" y="4585782"/>
            <a:ext cx="2243577" cy="8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Market &amp; Rezervasyon Alanı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Sitede sunulan hizmetleri inceleyebilir, sosyal alanlar için rezervasyon oluşturabilirsiniz.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087148" y="7222599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499472" y="8835539"/>
            <a:ext cx="3404649" cy="8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Yönetim Panelleri (Admin/Yönetici/Güvenlik)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Yöneticiler duyuru oluşturabilir, sakinleri yönetebilir, güvenlik paneli giriş–çıkış akışını takip edebilir, temizlik ekibi görevlerini görebilir.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643004" y="9030587"/>
            <a:ext cx="496110" cy="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51" y="5334000"/>
            <a:ext cx="18320651" cy="4953000"/>
            <a:chOff x="0" y="0"/>
            <a:chExt cx="4825192" cy="1304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5192" cy="1304494"/>
            </a:xfrm>
            <a:custGeom>
              <a:avLst/>
              <a:gdLst/>
              <a:ahLst/>
              <a:cxnLst/>
              <a:rect r="r" b="b" t="t" l="l"/>
              <a:pathLst>
                <a:path h="1304494" w="4825192">
                  <a:moveTo>
                    <a:pt x="0" y="0"/>
                  </a:moveTo>
                  <a:lnTo>
                    <a:pt x="4825192" y="0"/>
                  </a:lnTo>
                  <a:lnTo>
                    <a:pt x="4825192" y="1304494"/>
                  </a:lnTo>
                  <a:lnTo>
                    <a:pt x="0" y="13044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5192" cy="134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537B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835457" y="3287447"/>
            <a:ext cx="2068613" cy="4093106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789" t="0" r="-789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4345151" y="3287447"/>
            <a:ext cx="2068613" cy="4093106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32" t="0" r="-432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6851914" y="3240483"/>
            <a:ext cx="2068613" cy="4093106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018" t="0" r="-1018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9364541" y="3287447"/>
            <a:ext cx="2068613" cy="4093106"/>
            <a:chOff x="0" y="0"/>
            <a:chExt cx="2620010" cy="51841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925" t="0" r="-925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11874236" y="3287447"/>
            <a:ext cx="2068613" cy="4093106"/>
            <a:chOff x="0" y="0"/>
            <a:chExt cx="2620010" cy="5184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654" t="0" r="-654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8" id="58"/>
          <p:cNvGrpSpPr>
            <a:grpSpLocks noChangeAspect="true"/>
          </p:cNvGrpSpPr>
          <p:nvPr/>
        </p:nvGrpSpPr>
        <p:grpSpPr>
          <a:xfrm rot="0">
            <a:off x="14383930" y="3287447"/>
            <a:ext cx="2068613" cy="4093106"/>
            <a:chOff x="0" y="0"/>
            <a:chExt cx="2620010" cy="51841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654" t="0" r="-654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825038" y="2715947"/>
            <a:ext cx="1042538" cy="47625"/>
            <a:chOff x="0" y="0"/>
            <a:chExt cx="274578" cy="125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6132341" y="1826418"/>
            <a:ext cx="6427931" cy="73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4560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Portfolyo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673887" y="7772400"/>
            <a:ext cx="10940226" cy="210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Yönetici rol tabanlı yeni kullanıcı ve duyuru ekleyebilir.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Site Sakinleri misafir ekleyebilir.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Güvenlik görevlisi misafiri  qr kod ile onaylar ve giriş işlemi başarılı olur.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Temizlik görevlisi listelenen görevleri görebilir ve onaylayabilir.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Uygulamayı kullanan tüm kullanıcılar destek talebinde bulunabilir.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Yönetici duyuru ekleyebilir ve tüm kullanıcılar görebilir.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2926" y="5797632"/>
            <a:ext cx="8887018" cy="8887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594600" y="264926"/>
            <a:ext cx="4627172" cy="9155655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26" t="0" r="-826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114863" y="1291467"/>
            <a:ext cx="4546248" cy="8995533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32" t="0" r="-432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05352" y="3702532"/>
            <a:ext cx="1042538" cy="47625"/>
            <a:chOff x="0" y="0"/>
            <a:chExt cx="274578" cy="12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05352" y="2792780"/>
            <a:ext cx="4982921" cy="73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İletişim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005352" y="4666888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643200" y="4654394"/>
            <a:ext cx="3497630" cy="65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05536802195</a:t>
            </a:r>
          </a:p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05340421541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2005352" y="5493498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643200" y="5487718"/>
            <a:ext cx="3497630" cy="65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yektakahriman@gmail.com</a:t>
            </a:r>
          </a:p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ibrahimculfa57@gmail.com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005352" y="6304742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643200" y="6310034"/>
            <a:ext cx="4743852" cy="32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Kocaeli/Körfez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8802" y="7301218"/>
            <a:ext cx="20585603" cy="5264356"/>
            <a:chOff x="0" y="0"/>
            <a:chExt cx="4274726" cy="1093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093176"/>
            </a:xfrm>
            <a:custGeom>
              <a:avLst/>
              <a:gdLst/>
              <a:ahLst/>
              <a:cxnLst/>
              <a:rect r="r" b="b" t="t" l="l"/>
              <a:pathLst>
                <a:path h="1093176" w="4274726">
                  <a:moveTo>
                    <a:pt x="2137363" y="0"/>
                  </a:moveTo>
                  <a:cubicBezTo>
                    <a:pt x="956930" y="0"/>
                    <a:pt x="0" y="244716"/>
                    <a:pt x="0" y="546588"/>
                  </a:cubicBezTo>
                  <a:cubicBezTo>
                    <a:pt x="0" y="848460"/>
                    <a:pt x="956930" y="1093176"/>
                    <a:pt x="2137363" y="1093176"/>
                  </a:cubicBezTo>
                  <a:cubicBezTo>
                    <a:pt x="3317796" y="1093176"/>
                    <a:pt x="4274726" y="848460"/>
                    <a:pt x="4274726" y="546588"/>
                  </a:cubicBezTo>
                  <a:cubicBezTo>
                    <a:pt x="4274726" y="244716"/>
                    <a:pt x="3317796" y="0"/>
                    <a:pt x="2137363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0756" y="64385"/>
              <a:ext cx="3473215" cy="92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406341" y="4044667"/>
            <a:ext cx="3475318" cy="6876514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26" t="0" r="-82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329460" y="5143500"/>
            <a:ext cx="2919979" cy="5777681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826" t="0" r="-826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5038561" y="5143500"/>
            <a:ext cx="2919979" cy="5777681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18" t="0" r="-518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2697923" y="6476535"/>
            <a:ext cx="2246277" cy="4444645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654" t="0" r="-654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3343800" y="6476535"/>
            <a:ext cx="2246277" cy="4444645"/>
            <a:chOff x="0" y="0"/>
            <a:chExt cx="2620010" cy="51841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018" t="0" r="-1018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485081" y="-94186"/>
            <a:ext cx="12798455" cy="4242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3"/>
              </a:lnSpc>
              <a:spcBef>
                <a:spcPct val="0"/>
              </a:spcBef>
            </a:pPr>
            <a:r>
              <a:rPr lang="en-US" b="true" sz="11845">
                <a:solidFill>
                  <a:srgbClr val="5CE1E6"/>
                </a:solidFill>
                <a:latin typeface="Poppins Bold"/>
                <a:ea typeface="Poppins Bold"/>
                <a:cs typeface="Poppins Bold"/>
                <a:sym typeface="Poppins Bold"/>
              </a:rPr>
              <a:t>Dinlediğiniz için Teşekkürler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9108" y="517674"/>
            <a:ext cx="1547756" cy="1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yiTech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DAG5mk8HNls</dc:identifier>
  <dcterms:modified xsi:type="dcterms:W3CDTF">2011-08-01T06:04:30Z</dcterms:modified>
  <cp:revision>1</cp:revision>
  <dc:title>Blue Modern Mobile Application Presentation</dc:title>
</cp:coreProperties>
</file>